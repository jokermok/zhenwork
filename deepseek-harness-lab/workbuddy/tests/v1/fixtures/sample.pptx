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PPTX_FIXTURE_9301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企业知识管理</a:t>
            </a:r>
          </a:p>
          <a:p>
            <a:r>
              <a:t>实施阶段与验收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